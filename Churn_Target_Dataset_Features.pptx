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103120"/>
            <a:ext cx="10874959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200" b="0">
                <a:solidFill>
                  <a:srgbClr val="6B6B6B"/>
                </a:solidFill>
                <a:latin typeface="Calibri"/>
              </a:rPr>
              <a:t>ОТТОК КЛИЕНТОВ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3600" b="1">
                <a:solidFill>
                  <a:srgbClr val="1A1A1A"/>
                </a:solidFill>
                <a:latin typeface="Calibri"/>
              </a:rPr>
              <a:t>Таргет · датасет · фичи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0">
                <a:solidFill>
                  <a:srgbClr val="6B6B6B"/>
                </a:solidFill>
                <a:latin typeface="Calibri"/>
              </a:rPr>
              <a:t>Таргет — churn, не uplift. Метка: уйдёт ли сам, без оффера.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Данные: academy_db  ·  churn_*  ·  до 31.12.2025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ТАРГЕТ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Что считаем уходом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10874959" cy="1417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>
                <a:solidFill>
                  <a:srgbClr val="1A1A1A"/>
                </a:solidFill>
                <a:latin typeface="Calibri"/>
              </a:rPr>
              <a:t>target = 1, если клиент жив на snapshot и в следующие 90 дней нет ни одной approved-операции.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Иначе 0. Успешная операция: churn_transactions.status = approved.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926080"/>
          <a:ext cx="10874955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991"/>
                <a:gridCol w="2174991"/>
                <a:gridCol w="2174991"/>
                <a:gridCol w="2174991"/>
                <a:gridCol w="2174991"/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Порог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Train snapshot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Test snapshot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Горизонт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Правило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90 дней тишины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2025-06-30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2025-09-30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snap + 90 дней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Окно метки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01.07 – 28.09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01.10 – 29.12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закрыто к 31.12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5120640"/>
            <a:ext cx="10874959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Не используем churn_customers_360.is_churned — там просто тишина 31 день.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ТАРГЕТ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Почему churn, а не uplift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71600"/>
          <a:ext cx="10874957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235"/>
                <a:gridCol w="2990613"/>
                <a:gridCol w="4078109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Churn (наш таргет)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Uplift (не таргет модели)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Вопрос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Уйдёт ли сам за 90 дней?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Кому оффер изменит исход?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Метка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 / 0 по тишине после snap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treatment × returned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Где в работе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train / test CSV, колонка target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отдельная таблица uplift_silent_30_90.csv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Почему не uplift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Кампании били уже в тихих, не A/B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Нет честного control среди живых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937760"/>
            <a:ext cx="10874959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Uplift как метку модели не ставим: в истории почти не писали тем, кто ещё активен. Учим churn — кто уйдёт без вмешательства.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ТАРГЕТ · ОБОСНОВАНИЕ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Почему 90 дней, а не 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71600"/>
          <a:ext cx="10874957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235"/>
                <a:gridCol w="2990613"/>
                <a:gridCol w="4078109"/>
              </a:tblGrid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Метрика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Значение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Смысл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p50 / p90 / p95 / p99 gap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3 / 12 / 17 / 37 дней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Обычный ритм между операциями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Return после 28 дней тишины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83%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Ещё жив. Порог 30 — ложные уходы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Return после 91 дня тишины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~26%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Уже уход, не зарплатная пауза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Пример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gap 121, последняя txn 24.12.2025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Длинная пауза ≠ ушёл: человек вернулся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029200"/>
            <a:ext cx="10874959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Gap — ритм жизни. Return rate — вернулся ли после тишины. Таргет строится по второму.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ТАРГЕТ · ПОПУЛЯЦИЯ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Кто в выборке, кого выкинули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71600"/>
          <a:ext cx="1087495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8734"/>
                <a:gridCol w="6706224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Включаем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6B6B6B"/>
                          </a:solidFill>
                          <a:latin typeface="Calibri"/>
                        </a:rPr>
                        <a:t>Исключаем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Tenure ≥ 60 дней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Новички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Была approved-операция за 90 дней до snap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Уже «мёртвые»: тишина &gt; 90 дней до snap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snap + 90 ≤ 31.12.2025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Окно наблюдения ещё не закрылось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Фичи только с датой &lt; snap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Витрина 360, NPS ноя–дек 2025, будущее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5212080"/>
            <a:ext cx="10874959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В базе ~20 000 клиентов. В train 12 265 — остальные отсечены правилом выше.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ДАТАСЕТ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Одна строка = один живой клиент в один день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10874955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991"/>
                <a:gridCol w="2174991"/>
                <a:gridCol w="2174991"/>
                <a:gridCol w="2174991"/>
                <a:gridCol w="2174991"/>
              </a:tblGrid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Файл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Snapshot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Строк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Ушли (target=1)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Доля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churn_train_2025-06-30.csv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30.06.2025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12 265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785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6.40%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churn_test_2025-09-30.csv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30.09.2025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12 755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800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6.27%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703320"/>
            <a:ext cx="10874959" cy="2651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Проверка out-of-time: учим на июне, тестируем на сентябре. Не random split.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В строке: кто клиент + агрегаты строго до snap + target из будущего.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Рядом: churn_monthly.csv  ·  feature_dictionary.csv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Источник: customers, transactions, cards, tickets, subscriptions, charges, tariff_changes, app_events, campaigns, product_events.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ДАТАСЕТ · ДИНАМИКА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Отток вырос после тарифа, не из-за лета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6675117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3901"/>
                <a:gridCol w="2427316"/>
                <a:gridCol w="1061950"/>
                <a:gridCol w="1061950"/>
              </a:tblGrid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Месяц snap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Живых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Ушли за 90д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Churn 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2024-07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9 565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614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6.42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2024-08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9 781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6.13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2025-06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12 048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593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4.92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2025-07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12 278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785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6.39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2025-08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12 560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907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7.22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2025-09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12 777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986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7.72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589520" y="1371600"/>
            <a:ext cx="393192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1 июля 2025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Комиссия карты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1A1A1A"/>
                </a:solidFill>
                <a:latin typeface="Calibri"/>
              </a:rPr>
              <a:t>8 139 → 23 793 сум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tariff_revision_2025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B6B6B"/>
                </a:solidFill>
                <a:latin typeface="Calibri"/>
              </a:rPr>
              <a:t>Лето 2024: 6.42% → 6.13%. Сезонность скачок не объясняет.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ФИЧИ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Не сколько операций, а сломалась ли жизнь на карте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874959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6B6B6B"/>
                </a:solidFill>
                <a:latin typeface="Calibri"/>
              </a:rPr>
              <a:t>Все агрегаты с датой &lt; snapshot. В витрине ~250 гипотез. На защиту — шесть историй.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86000"/>
            <a:ext cx="36118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1. Свой ритм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Тишина относительно его обычного gap, не чужие 30 дней.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8" y="2286000"/>
            <a:ext cx="36118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2. Переезд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Лестница −3→−2→−1. Продукты и касса уезжают. Не обнал.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7888" y="2286000"/>
            <a:ext cx="36118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3. Быт пропал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Дни без grocery / POS. Тусовки и мелкие покупки сдулись.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251960"/>
            <a:ext cx="36118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4. Йо-йо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Молчал ~20 → ожил → ~60 → ожил → снова затих.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4251960"/>
            <a:ext cx="36118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5. Тариф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Жалоба на комиссию, отмена «дорого», тише после 1 июля.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4251960"/>
            <a:ext cx="3611880" cy="1737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6. Мы потеряли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B6B6B"/>
                </a:solidFill>
                <a:latin typeface="Calibri"/>
              </a:rPr>
              <a:t>Уже писали — не помогло. Тикет висит. Злой после поддержки.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ФИЧИ · TRAIN 30.06.2025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Ушедшие vs оставшиеся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280160"/>
          <a:ext cx="1087495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214"/>
                <a:gridCol w="3954530"/>
                <a:gridCol w="1730107"/>
                <a:gridCol w="1730107"/>
              </a:tblGrid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Фича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Смысл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Ушли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Остались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rhythm_break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Тишина / свой медианный gap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6.4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pause_is_record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Пауза длиннее любой за год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mono_fade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Лестница −3 &gt; −2 &gt; −1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days_without_grocery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Дней без продуктов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days_without_pos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Дней без кассы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59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abandoned_favorite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Бросил любимую MCC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43%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empty_weeks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Пустых недель из 12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6.6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weirder_than_peers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Тише своих (регион+сегмент), σ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1.75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0.29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46551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unbundling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Закрыл продукт / подписку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14%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4655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retention_failed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Уже писали, всё равно затухает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ФИЧИ · ЕЩЁ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Что ещё смотрели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280160"/>
          <a:ext cx="10874957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6235"/>
                <a:gridCol w="2990613"/>
                <a:gridCol w="4078109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Фича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Откуда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6B6B"/>
                          </a:solidFill>
                          <a:latin typeface="Calibri"/>
                        </a:rPr>
                        <a:t>Зачем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grocery_fade / fun_died / coffee_died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mcc_group, сумма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Быт уехал раньше полной тишины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bank_switch_score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лестница + grocery/MCC, без слива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Переезд основной карты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seq_20_then_60 / vanished_after_yoyo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цепочка gaps за год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Качели 20 → 60 → исчез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fee_pain / sub_cancel_fee_90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тикеты + cancel_reason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Боль от июльского тарифа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pos_collapse / life_density_30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channel = pos, активные дни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Касса и плотность жизни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window_shopper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логин без операции в тот же день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Смотрит, не платит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comeback_weaker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txn до ямы vs после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Вернулся бледной тенью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fading_vs_peers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сравнение внутри region × segment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Тускнеет сильнее соседей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10874959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B6B6B"/>
                </a:solidFill>
                <a:latin typeface="Calibri"/>
              </a:rPr>
              <a:t>ФИЧИ · ПРОВЕРИЛИ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A1A1A"/>
                </a:solidFill>
                <a:latin typeface="Calibri"/>
              </a:rPr>
              <a:t>Гипотезы, которые не взлетели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15568"/>
            <a:ext cx="10874959" cy="127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325880"/>
          <a:ext cx="1087495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8734"/>
                <a:gridCol w="6706224"/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Гипотеза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B6B6B"/>
                          </a:solidFill>
                          <a:latin typeface="Calibri"/>
                        </a:rPr>
                        <a:t>Почему сняли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digital_ghost / looks_at_card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Логины есть и у живых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missed_payroll / expiry_soon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Почти всегда ноль в этой базе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round_transfer_share / robot_payer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Почти не встречается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deposit_drain / loan_winddown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У оставшихся даже чуть чаще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bday_soon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Не отделяет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NPS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Опросы только ноябрь–декабрь 2025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is_churned из customers_360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Чужой таргет + агрегаты «на сегодня»</a:t>
                      </a:r>
                    </a:p>
                  </a:txBody>
                  <a:tcPr anchor="ctr">
                    <a:lnL w="6350">
                      <a:solidFill>
                        <a:srgbClr val="E6E6E6"/>
                      </a:solidFill>
                    </a:lnL>
                    <a:lnR w="6350">
                      <a:solidFill>
                        <a:srgbClr val="E6E6E6"/>
                      </a:solidFill>
                    </a:lnR>
                    <a:lnT w="6350">
                      <a:solidFill>
                        <a:srgbClr val="E6E6E6"/>
                      </a:solidFill>
                    </a:lnT>
                    <a:lnB w="6350">
                      <a:solidFill>
                        <a:srgbClr val="E6E6E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