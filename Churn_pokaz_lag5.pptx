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0874959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ОТТОК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Таргет · датасет · сценарий · выгода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Churn prevention, не uplift-модель. academy_db / churn_* · до 31.12.2025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90 дней без approved после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874959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target = 1, если клиент жив на snapshot и в следующие 90 дней нет ни одной approved-операции. Иначе 0.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Не берём customers_360.is_churned (там тишина 31 день).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880360"/>
          <a:ext cx="108749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1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Порог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Лаг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Правило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90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2025-06-30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2025-09-25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Смысл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окно метки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старт snap+6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06.07–04.10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01.10–30.12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303520"/>
            <a:ext cx="10874959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Лаг 6 после snap: между скорингом и стартом окна метки. Фичи &lt; snap, target с snap+6. Churn, не uplift.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Почему 90, а не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235"/>
                <a:gridCol w="2990613"/>
                <a:gridCol w="4078109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Число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p50 / p90 / p95 / p99 gap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 / 12 / 17 / 37 дн.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обычный ритм, не уход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return после 28 дней тишины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порог 30 ловит живых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return после 91 дня тишины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~26%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уже уход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пример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gap 121, txn 24.12.2025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длинная пауза ≠ ушёл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846320"/>
            <a:ext cx="10874959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Gap — ритм между операциями. Return rate — вернулся ли после тишины. Таргет по второму.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Проверка устойчивости порога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1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Горизонт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target=1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доля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Как читать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60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12 367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1 112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8.99%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рано, ловит больше временной тишины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90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12 367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875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7.08%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баланс между паузой и реальным уходом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120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12 367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814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6.58%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поздно для реакции бизнеса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754880"/>
            <a:ext cx="10874959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Сравнили соседние горизонты на одном и том же train-срезе. 90 дней не максимум и не минимум, а рабочий компромисс.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60 дней даёт больше churn, потому что часть клиентов ещё вернулась бы позже. 120 дней спокойнее, но слишком поздно для удержания.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Кого размечаем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8734"/>
                <a:gridCol w="6706224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В выборке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Не в выборке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tenure ≥ 60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новички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approved за 90д до snap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уже молчит &gt; 90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snap + lag + 90 ≤ 31.12.2025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окно не закрыто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фичи только дата &lt; snap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360, NPS ноя–дек, будущее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257800"/>
            <a:ext cx="10874959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label_start = snap + 6. Test snap 25.09, чтобы окно закрылось к 31.12.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ДАТАСЕТ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Два среза, не random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493"/>
                <a:gridCol w="1812493"/>
                <a:gridCol w="1812493"/>
                <a:gridCol w="1812493"/>
                <a:gridCol w="1812493"/>
                <a:gridCol w="1812493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Snapshot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label+6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target=1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доля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30.06.2025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06.07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12 265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789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6.43%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25.09.2025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01.10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12 876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956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7.42%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931920"/>
            <a:ext cx="10874959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Строка = клиент на дату. Фичи до snap, target с snap+6 на 90д. txn_next_h в модель не идёт.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Источник: customers, transactions (approved), cards, tickets, subscriptions, charges, tariff_changes, app_events, product_events.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МОДЕЛЬ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Исторический backtest по кварталам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512063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294"/>
                <a:gridCol w="1862050"/>
                <a:gridCol w="814647"/>
                <a:gridCol w="814647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train → test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test rate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2024-06 → 2024-09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5.53%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0.317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2024-09 → 2024-12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5.56%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0.852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0.308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2024-12 → 2025-03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5.30%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0.391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2025-03 → 2025-06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6.43%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0.796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0.261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2025-06 → 2025-09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7.42%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0.901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0.515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6" name="Picture 5" descr="rolling_backte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98448"/>
            <a:ext cx="5806440" cy="2736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4892040"/>
            <a:ext cx="53035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Учим на квартале t, проверяем на t+1. График: AUC/AP и фактический churn на test.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Просадка на 2025-06 совпадает с изменением поведения перед тарифом.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ДАТАСЕТ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Отток вырос после тарифа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6675117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901"/>
                <a:gridCol w="2427316"/>
                <a:gridCol w="1061950"/>
                <a:gridCol w="106195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snap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живых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ушли 90д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2024-07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9 565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614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6.42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2024-08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9 781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6.13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12 048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593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4.92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12 278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785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12 560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907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7.22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12 777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986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7.72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371600"/>
            <a:ext cx="402336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1 июля 2025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8 139 → 23 793 сум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tariff_revision_2025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Лето 2024: 6.42 → 6.13. Не сезон.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As-of snapshot, относительно самого клиента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7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235"/>
                <a:gridCol w="2990613"/>
                <a:gridCol w="4078109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блок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фичи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ушли vs остались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ритм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rhythm_break / pause_is_record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6.4 vs 1.9 · 38% vs 6%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переезд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mono_fade / bank_switch_score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21% vs 9% лестница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быт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days_without_grocery / pos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95 vs 41 · 59 vs 21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abandoned_favorite / empty_weeks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76% vs 43% · 6.6 vs 3.9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тариф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fee_pain / unbundling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закрыл продукт 14% vs 0.8%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мы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retention_failed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11% vs 0.1%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соседи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weirder_than_peers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1.75σ vs 0.29σ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Проверили и не берём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8734"/>
                <a:gridCol w="6706224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гипотеза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почему нет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digital_ghost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логины есть и у живых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missed_payroll / expiry_soon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почти всегда 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deposit_drain / loan_winddown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у оставшихся чаще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NPS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только ноя–дек 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is_churned из 360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чужой таргет + leakage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МОДЕЛЬ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Feature importance (permutation, 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676655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996"/>
                <a:gridCol w="2460567"/>
                <a:gridCol w="1076498"/>
                <a:gridCol w="1076498"/>
              </a:tblGrid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фича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Δ 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смысл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retention_failed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+0.085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уже писали — не помогло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txn_cnt_90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+0.069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активность за квартал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app_events_30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+0.049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жизнь в приложении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recency_days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+0.045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текущая тишина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txn_cnt_30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+0.039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недавняя активность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is_payroll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+0.030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зарплатный клиент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cards_dead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+0.026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закрытые / мёртвые карты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empty_weeks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+0.024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дыры в недельном ритме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sub_price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+0.021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цена активной подписки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bank_switch_score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+0.017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лестница: карта не основная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371600"/>
            <a:ext cx="338328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Как считали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Перемешали колонку на test → насколько упал AP. Чем больше Δ AP, тем важнее фича.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Не путать с lift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«Ушли vs остались» — гипотеза до модели. Importance — чем модель реально пользуется.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Вывод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В топе RFM и свои: retention_failed, empty_weeks, bank_switch. pause_is_record тоже значим (+0.014).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СЦЕНАРИЙ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С кем взаимодействовали и что было после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214"/>
                <a:gridCol w="3954530"/>
                <a:gridCol w="1730107"/>
                <a:gridCol w="1730107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Кто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вернулись 90д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тишина 30–90, без контакта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18 894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писали / звонили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1 516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30–45, control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короткая тишина, без контакта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11 065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30–45, treatment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короткая тишина, с контактом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894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572000"/>
            <a:ext cx="10874959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Кампании FEE_WAIVER / WINBACK / CALL_RETENTION били в уже тихих. Control часто возвращается сам — это пауза.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Это селекция, не A/B uplift. Дальше — prevention на ещё живых, не повтор winback по «трупам».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ВЫГОДА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Не средний LTV с рынка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235"/>
                <a:gridCol w="2990613"/>
                <a:gridCol w="4078109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Что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Откуда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Число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комиссия карты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churn_tariff_changes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8 139 → 23 793 сум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подписка, если активна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churn_subscriptions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медиана ~29 000 сум/мес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формула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наши таблицы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value_90d = 3 × (комиссия + подписка)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потери на test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956 ушедших × их value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~74.5 млн сум / квартал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389120"/>
            <a:ext cx="10874959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×3, потому что горизонт таргета 90 дней. Если удержали — банк получает квартал маржи. Дальше не рисуем.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Средняя value на test ~78.8 тыс. сум. Без «среднего по рынку».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МЕТРИКИ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Порог = бюджет, не 0.5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54863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1508760"/>
                <a:gridCol w="20574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Число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Смысл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AUC / AP (OOT)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0.886 / 0.422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ранжирование; класс редкий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порог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top-K по бюджету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не p = 0.5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top-200 по p×value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77 уходов · 20.0 млн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сначала риск × маржа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top-500 по p×value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149 уходов · 30.1 млн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расширяем слоты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top-1000 по p×value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256 уходов · 41.0 млн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capture растёт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40880" y="1371600"/>
            <a:ext cx="45720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Что не берём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Accuracy и порог 0.5 — класс ~7%, бюджет не на всех.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Как режем список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Сортируем по p(churn) × value_retain_90d. Звоним ещё живым с высоким риском и маржой.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Это не uplift-модель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Uplift — отдельный вопрос A/B. У нас churn-скоринг + экономика слота.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