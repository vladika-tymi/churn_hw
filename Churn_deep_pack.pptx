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87495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CHURN · DEEP PACK</a:t>
            </a:r>
          </a:p>
          <a:p>
            <a:pPr algn="l">
              <a:spcAft>
                <a:spcPts val="14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Углублённая аналитика к защите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Горизонты AUC · кто пострадал после тарифа · onboarding · SHAP · playbook · стабильность фич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Горизонты 60 / 90 / 120 — не только rate, но и AUC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Горизонт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train rate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test rate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AP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60д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7.72%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9.30%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0.879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0.627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90д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6.43%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7.42%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0.657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120д*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6.01%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7.41%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0.932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0.660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572000"/>
            <a:ext cx="108749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60д: выше rate и чуть ниже AUC — больше шума временных пауз. 90д: лучший баланс rate/качества.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*120д на test 25.09 окно не полностью закрыто к 31.12 — AUC ориентировочный. Рабочий выбор: 90 дней.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ТАРИФ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После 1 июля: кто пострадал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8323"/>
                <a:gridCol w="2658323"/>
                <a:gridCol w="2174991"/>
                <a:gridCol w="33833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Сегмент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июнь 2025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сентябрь 2025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Δ п.п.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зарплатные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1.61%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3.01%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+1.40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не зарплатные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6.26%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9.67%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+3.41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mass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5.02%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7.75%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+2.73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affluent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4.47%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7.89%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+3.42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4.97%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7.42%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+2.45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937760"/>
            <a:ext cx="1087495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Сильнее всего вырос churn у не-зарплатных (+3.4 п.п.). Зарплатные держатся лучше, но тоже выросли.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Affluent/premium/mass — все сегменты ухудшились после тарифа: удар широкий, не точечный.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ПОПУЛЯЦИЯ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Onboarding tenure &lt; 60 вынесли отдельно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8323"/>
                <a:gridCol w="2658323"/>
                <a:gridCol w="2174991"/>
                <a:gridCol w="3383320"/>
              </a:tblGrid>
              <a:tr h="792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Корзина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клиентов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alive-like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churn %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main_&gt;=60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17,004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12,265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6.43%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onboarding_&lt;60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2,996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744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11.69%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114800"/>
            <a:ext cx="108749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У новичков (&lt;60 дней) мало истории для ритма/gaps — модель main-portfolio на них не учим.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На 30.06: ~3k onboarding, churn среди «живых» ~11.7% vs ~6.4% у tenure≥60. Отдельный onboarding-churn — следующий этап.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МОДЕЛЬ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Топ фич устойчив: 2024-12 и 2025-06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окно → 2024-12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ΔAP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окно → 2025-06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ΔAP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app_events_30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0.269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txn_cnt_90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0.225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recency_days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0.152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is_payroll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txn_cnt_90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0.111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0.049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0.097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app_events_30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0.042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txn_cnt_60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recency_days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0.040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has_active_sub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0.021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txn_cnt_60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0.038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212080"/>
            <a:ext cx="108749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Общие ядра: recency / txn_cnt / app_events / retention_failed. Не один удачный месяц — сигналы повторяются.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SHAP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Разбор 2 клиентов (LinearExplainer)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5212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2"/>
                <a:gridCol w="3127248"/>
              </a:tblGrid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фича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вклад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+2.72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failed_charges_90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+2.11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cards_dead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+1.34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fee_pain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+1.21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recency_days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+1.05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txn_cnt_90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-1.03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9377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Клиент 1868 · p=1.0 · target=0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A: high risk + fee_pain → FEE_WAIVER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41732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</a:tblGrid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фича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вклад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+2.72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fee_pain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+1.21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failed_charges_90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+1.03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app_events_30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+0.71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sub_price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+0.67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recency_days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+0.64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Клиент 2754 · p=1.0 · target=1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/>
              </a:rPr>
              <a:t>B: mono_fade + grocery → cashback / персональный оффер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ДЕЙСТВИЯ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Playbook: сигнал → оффер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2487"/>
                <a:gridCol w="3262487"/>
                <a:gridCol w="4349983"/>
              </a:tblGrid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Сигнал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Что видим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Действие</a:t>
                      </a:r>
                    </a:p>
                  </a:txBody>
                  <a:tcPr>
                    <a:solidFill>
                      <a:srgbClr val="F2F2F2"/>
                    </a:solidFill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высокий p + fee_pain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боль от комиссии / жалобы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FEE_WAIVER / скидка на комиссию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mono_fade + grocery silence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лестница вниз, быт ушёл с карты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cashback на grocery / персональный оффер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уже писали — не помогло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не тот же канал: другой оффер / звонок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высокий p × value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риск дорогой маржи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приоритет в top-K слотах</a:t>
                      </a: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486400"/>
            <a:ext cx="108749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Не один оффер на всех. Сегментируем удержание по причине риска — иначе повторим бесполезный winback.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ИТОГ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Что добавил deep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108749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1. 90 дней подтвердили и rate, и AUC/AP — не только «красивый порог».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2. После тарифа удар широкий; не-зарплатные пострадали сильнее.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3. Onboarding &lt;60 вынесен: другая задача, другой churn.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4. Топ фич повторяется на разных окнах — не разовая удача.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5. SHAP + playbook: от сигнала к конкретному действию.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