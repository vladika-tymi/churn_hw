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10874959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ОТТОК КЛИЕНТОВ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Таргет · датасет · фичи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Директор: «теряем клиентов, кто уйдёт следующим». В кредите bad уже есть в платежах. Здесь договора никто не расторгает — человек просто перестаёт пользоваться картой. Колонки «ушёл» нет, её определяем сами.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Таргет модели — churn (уйдёт ли сам), не uplift (кому поможет оффер). Данные: Postgres academy_db, таблицы churn_*, история до 31.12.2025.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это вообще и какое у нас правило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Таргет — правильный ответ, который модель учится угадывать. В каждой строке это 0 или 1. Фичи — как человек жил до выбранного дня. Таргет — что случилось после этого дня. Без таргета учить нечего.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Наше правило. Берём день snapshot («сегодня»). Клиент ещё живой. Смотрим следующие 90 дней в churn_transactions. Если нет ни одной операции со status = approved → target = 1 (ушёл). Если хотя бы одна есть → target = 0 (остался).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Train snapshot: 30.06.2025. Окно метки: 1 июля – 28 сентября. Test snapshot: 30.09.2025. Окно: 1 октября – 29 декабря. Оба окна закрыты к 31.12.2025 — исход уже известен, цензуры нет.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Готовую метку churn_customers_360.is_churned не берём: там «ушёл» = нет операций 31 день. По нашим данным после 28 дней тишины 83% ещё возвращаются. Это чужой таргет и слишком ранний порог.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churn, а не uplift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Churn отвечает на вопрос: уйдёт ли человек сам, если ничего не делать. Это и есть запрос директора — «кто следующим». Метка одна на клиента: 1 или 0 по тишине после snapshot. Её кладём в колонку target в train и test.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Uplift отвечает на другой вопрос: кому оффер изменит судьбу (ушёл бы, но останется, если написать). Для этого нужен честный эксперимент: одинаковым людям случайно писали / не писали. В базе такого нет.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Исторические кампании (FEE_WAIVER, WINBACK, CALL_RETENTION) почти все ушли в уже молчащих 31–90 дней. Тем, кто ещё платит, но лестницей затухает, почти не писали. Control среди живых нет — значит uplift как таргет модели был бы подделкой.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Поэтому учим churn: вероятность ухода без вмешательства. Uplift оставляем как разведку «куда били кампании», не как метку.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 · ОБОСНОВАНИЕ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90 дней, а не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74959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Сначала смотрим паузы между соседними approved-операциями (gap). Это ритм жизни с картой, не уход. Медиана 3 дня, p90 = 12, p95 = 17, p99 = 37. Большинство людей и так молчит неделями между покупками. Порог 20–30 дней поймал бы обычную зарплату и отпуск.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Потом return rate: если тишина уже длится N дней, какая доля потом всё-таки делает операцию. После 28 дней возвращаются 83% — человек ещё жив. После 91 дня — около 26%. Три четверти после такой тишины уже не оживают. Это и есть уход.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Пример: у клиента gap 121 день в середине истории, последняя операция 24.12.2025. Длинная пауза была, но он вернулся. Gap ≠ таргет. Таргет — нет операций вперёд от snapshot.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4297680"/>
          <a:ext cx="108749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Число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p50 / p99 gap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 / 37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Обычный ритм короткий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Return при тишине ≥ 28д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 дней — слишком рано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Return при тишине ≥ 91д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~26%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90 дней — уже уход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 · ПОПУЛЯЦИЯ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Кто получает метку, кого выкидываем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Не всем клиентам можно честно поставить 0 или 1. Новичок зарегистрировался неделю назад: у него мало истории и ещё не ясно, «живой» он или нет. Поэтому tenure ≥ 60 дней от signup_date до snapshot.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Если человек уже молчит больше 90 дней на дату snapshot — он уже ушёл раньше. Учить модель «предсказывать уход» на трупе бессмысленно. В выборку только те, у кого была хотя бы одна approved-операция за 90 дней до snap — ещё «наши».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Если snapshot + 90 дней позже 31.12.2025, окно не закрыто: мы не знаем, вернётся он или нет. Таких не размечаем (цензура, как в скоринге).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Фичи считаются только из событий с датой строго раньше snapshot. Иначе подглядывание в будущее. NPS не берём: опросы только ноябрь–декабрь 2025. Витрину 360 не берём: там уже чужой is_churned и агрегаты «на сегодня».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В базе около 20 000 клиентов. После фильтров в train остаётся 12 265. Это не потеря данных, а честная популяция для метки.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лежит в таблице и как проверяем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74959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Датасет — не сырые таблицы базы, а готовая анкета под модель. Одна строка = один клиент в один день snapshot. Слева: кто он и как жил до этого дня (фичи). Справа: target — ушёл ли в следующие 90 дней. Колонку txn_next_h (число операций после snap) в модель не кладём: из неё как раз собран target.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3520440"/>
          <a:ext cx="1087495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Файл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Строк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Ушли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churn_train_2025-06-30.csv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30.06.2025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12 265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6.40%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churn_test_2025-09-30.csv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30.09.2025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12 755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6.27%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349240"/>
            <a:ext cx="10874959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Два среза, не random split: учим на июне, проверяем на сентябре — как просили в задании. Источники: customers, transactions (только approved), cards, tickets, subscriptions, charges, tariff_changes, app_events, product_events. Рядом: churn_monthly.csv и feature_dictionary.csv.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 · ДИНАМИКА ТАРГЕТА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доля уходов выросла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74959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Считаем тот же таргет на 1-е число каждого месяца: среди живых (была операция за 90 дней) какая доля замолкает на следующие 90 дней. Задание просит не только среднее, а как отток менялся и чем это объясняется.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788920"/>
          <a:ext cx="65836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807"/>
                <a:gridCol w="2394065"/>
                <a:gridCol w="1047403"/>
                <a:gridCol w="1047403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Месяц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Ушли за 90д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Churn 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2024-07 / 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9 565 / 9 781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614 / 600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6.42 → 6.13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12 048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4.92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12 278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12 560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7.22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12 777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986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7.72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2788920"/>
            <a:ext cx="40690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Что случилось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 июля 2025 массовая tariff_revision_2025. Комиссия карты 8 139 → 23 793 сум, почти ×3. Таблица: churn_tariff_changes.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Лето 2024 такого скачка не дало (6.42 → 6.13). Значит это не «просто сезон», а реакция на тариф.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это и какими правилами считаем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Фича — подсказка модели: число или флаг, известный на snapshot. Пример: сколько дней без продуктов, сломался ли ритм, закрыл ли подписку. Все считаются только из событий раньше snapshot. Иначе модель «видит будущее» и на защите это leakage.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Обычный RFM — «сколько операций за 30/90 дней». Это база, её тоже считаем. Свои фичи — относительно самого клиента и его быта: не «30 дней плохо для всех», а «он молчит дольше, чем обычно живёт именно он». Другого банка в данных нет, но видно, что эта карта перестаёт быть основной.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В витрине много колонок-гипотез. На защиту несём шесть историй: свой ритм; переезд (лестница вниз); быт пропал (продукты, касса, тусовки); йо-йо (20→60→исчез); боль от тарифа; мы сами потеряли (уже писали / тикет).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Откуда сырьё: даты и MCC в transactions, клики в app_events, тикеты, подписки и cancel_reason, комиссии в tariff_changes, продукты и депозиты в product_events / 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ШЕСТЬ ИСТОРИЙ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говорим на защите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74959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Свой ритм. rhythm_break = текущая тишина / его медианный gap. У ушедших 6.4 против 1.9 у оставшихся. pause_is_record: пауза длиннее любой за год — 38% vs 6%. Это не чужие «30 дней», а слом его нормы.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Переезд. Три месяца подряд меньше операций (mono_fade: 21% vs 9%). Кэш-аут при этом не растёт — не обнал, а карта перестаёт быть основной. Другого банка в базе нет, но быт уезжает.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Быт пропал. Дней без grocery: 95 vs 41. Без кассы (POS): 59 vs 21. Тусовки и мелкие покупки сдулись. abandoned_favorite: бросил любимую MCC — 76% vs 43%. empty_weeks: 6.6 пустых недель из 12 против 3.9.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Йо-йо. Молчал ~20 → вернулся → ~60 → вернулся → снова затих. seq_20_then_60 чуть чаще у ушедших (6% vs 3%). Типичный уход всё же лестница, не качели — так и говорим.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5. Тариф. fee_pain: жалоба на комиссию + отмена «дорого» + затухание после 1 июля. Комиссия выросла ×3 — фича из наших таблиц, не «средний рынок».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6. Мы потеряли. retention_failed: уже писали, затухание продолжается — 11% ушедших vs 0.1% оставшихся. Плюс висящий тикет и низкая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ЦИФРЫ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Как считали «ушли vs остались»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74959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Берём train на 30.06.2025: 785 ушедших (target=1) и 11 480 оставшихся (target=0). Для каждой фичи — среднее или доля единиц в двух группах. Разница показывает, отделяет ли признак. Это не «магия модели», а обычный AVG по churn_transactions / тикетам / кампаниям до snapshot.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468880"/>
          <a:ext cx="1087495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214"/>
                <a:gridCol w="3954530"/>
                <a:gridCol w="1730107"/>
                <a:gridCol w="1730107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B6B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B6B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B6B"/>
                          </a:solidFill>
                          <a:latin typeface="Calibri"/>
                        </a:rPr>
                        <a:t>Ушли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B6B6B"/>
                          </a:solidFill>
                          <a:latin typeface="Calibri"/>
                        </a:rPr>
                        <a:t>Остались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rhythm_break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Тишина / свой медианный gap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pause_is_record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Пауза длиннее любой за год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mono_fade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Лестница −3 &gt; −2 &gt; −1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days_without_grocery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Дней без продуктов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days_without_pos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Дней без кассы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abandoned_favorite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Бросил любимую MCC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empty_weeks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Пустых недель из 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weirder_than_peers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Тише своих (регион+сегмент), 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1.75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unbundling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Закрыл продукт / подписку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Уже писали, всё равно затухает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ЕЩЁ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Откуда ещё брали сигналы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74959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grocery_fade / fun_died / coffee_died — из mcc_group. Сравниваем последний месяц с кварталом. Если продукты, кафе и мелочь падают, карта выпала из быта раньше, чем наступила полная тишина.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bank_switch_score — сумма флагов: лестница + сжались grocery/MCC + нет большого слива кэша. Это «переезд», не обнал.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weirder_than_peers / fading_vs_peers — сравниваем человека с медианой его region × segment. Не «30 дней плохо для всех», а «подозрительно тихо для самаркандского mass».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window_shopper — день с login в app_events и без approved-операции в тот же день. Смотрит приложение, не платит.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comeback_weaker — операции за 21 день до длинной ямы vs 21 день после возврата. Ожил, но живёт вдвое тише.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fee_pain / sub_cancel_fee_90 — тикеты topic = fee_complaint и cancel_reason fee_increase / too_expensive. Боль от тарифа из наших таблиц.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ПРОВЕРИЛИ И СНЯЛИ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не все гипотезы в модели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digital_ghost / looks_at_card: логин без покупки есть и у живых. Приложение открывают часто — флаг не отделяет уход.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missed_payroll / expiry_soon / round_p2p / robot_payer: в этой базе почти всегда ноль. Красивая идея, нет массы.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deposit_drain / loan_winddown: у оставшихся даже чуть чаще. Не тащим, чтобы не врать себе.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NPS: опросы только ноябрь–декабрь 2025. На июньском snapshot их ещё нет, на сентябрьском — почти конец данных. Подглядывание или пустота.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is_churned из customers_360: чужой таргет (тишина 31 день) плюс агрегаты «на сегодня». И leakage, и другая задача.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На защите это плюс: «проверили гипотезы, слабые выкинули». Не «накидали 250 колонок в модель».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